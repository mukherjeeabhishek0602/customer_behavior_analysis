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Montserrat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32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30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916385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Shopping Behavior Analysis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73943" y="3010346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transactions · Python · SQL · Power BI ·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30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442913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73943" y="1091431"/>
            <a:ext cx="4767114" cy="800770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065" y="123155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Patterns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065" y="1535385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high-value segments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3943" y="2027560"/>
            <a:ext cx="4767114" cy="800770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065" y="2167682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 Impact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4065" y="2471514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discount vs. purchase behavior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943" y="2963689"/>
            <a:ext cx="4767114" cy="800770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065" y="310381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4065" y="3407643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 satisfaction &amp; ratings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3943" y="3899818"/>
            <a:ext cx="4767114" cy="800770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065" y="403993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Subscription Value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4065" y="4343772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subscriber vs. non-subscriber revenue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87127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Summary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569021"/>
            <a:ext cx="2653829" cy="26538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3883" y="1387971"/>
            <a:ext cx="2557239" cy="11002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74492" y="154238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3,900 Records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74492" y="1900386"/>
            <a:ext cx="21722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columns across 4 feature groups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7431" y="1387971"/>
            <a:ext cx="2557314" cy="11002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48040" y="154238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348040" y="1900386"/>
            <a:ext cx="217229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Gender, Location, Subscription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3883" y="2623542"/>
            <a:ext cx="2557239" cy="11002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74492" y="277795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Purchase Details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674492" y="3135957"/>
            <a:ext cx="217222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Item, Category, Amount, Season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7431" y="2623542"/>
            <a:ext cx="2557314" cy="11002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48040" y="277795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348040" y="3135957"/>
            <a:ext cx="217229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Discount, Reviews, Shipping Type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3462933" y="3876080"/>
            <a:ext cx="5211812" cy="527893"/>
          </a:xfrm>
          <a:prstGeom prst="roundRect">
            <a:avLst>
              <a:gd name="adj" fmla="val 38478"/>
            </a:avLst>
          </a:prstGeom>
          <a:solidFill>
            <a:srgbClr val="BEDFF3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292" y="4083918"/>
            <a:ext cx="169218" cy="13535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902869" y="4031679"/>
            <a:ext cx="509371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missing values in Review Rating — imputed by category median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70607"/>
            <a:ext cx="4473773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Preparation Process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143" y="1286842"/>
            <a:ext cx="6373713" cy="29170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5520" y="3505023"/>
            <a:ext cx="1196614" cy="24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Engineer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57459" y="3505023"/>
            <a:ext cx="1196614" cy="24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57594" y="3505023"/>
            <a:ext cx="1196614" cy="24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24944" y="3505023"/>
            <a:ext cx="1196614" cy="24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3943" y="4356199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and pandas used for full data pipeline — connected to MS SQL Server 20 for SQL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00" y="577751"/>
            <a:ext cx="2658666" cy="3987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210" y="305619"/>
            <a:ext cx="333687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 Analysis Highlights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370210" y="830387"/>
            <a:ext cx="4974580" cy="34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$157,890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2161505" y="1294358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Male Revenue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0210" y="1517898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2.1× higher than female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0210" y="1886769"/>
            <a:ext cx="4974580" cy="34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27%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161505" y="2350740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Subscribers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70210" y="2574280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Despite similar avg. spend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70210" y="2943151"/>
            <a:ext cx="4974580" cy="34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3.86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2161505" y="3407122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Rating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70210" y="3630662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 — highest rated product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0210" y="3999533"/>
            <a:ext cx="4974580" cy="34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3.4%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2161505" y="4463504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Express Premium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70210" y="4687044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avg. spend vs. standard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68251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569095"/>
            <a:ext cx="2653829" cy="2653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2933" y="1755651"/>
            <a:ext cx="23482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Dashboard Components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62933" y="2113657"/>
            <a:ext cx="5211812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metrics: customers, avg. purchase, rating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distribution: 27% vs. 73%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category &amp; age group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filters: gender, category, shipping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62933" y="3274740"/>
            <a:ext cx="5211812" cy="744587"/>
          </a:xfrm>
          <a:prstGeom prst="roundRect">
            <a:avLst>
              <a:gd name="adj" fmla="val 27280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292" y="3482578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02869" y="3430339"/>
            <a:ext cx="463651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</a:t>
            </a: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leads revenue (~$100K). </a:t>
            </a: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</a:t>
            </a: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dominate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207" y="339551"/>
            <a:ext cx="3296841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Insights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07" y="920130"/>
            <a:ext cx="3787080" cy="3787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8327" y="1852017"/>
            <a:ext cx="18770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Base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08327" y="2115443"/>
            <a:ext cx="4244280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loyal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strong retention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708327" y="2356470"/>
            <a:ext cx="18770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Gender Revenue Gap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08327" y="2619896"/>
            <a:ext cx="4244280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revenue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2.1×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female ($157,890 vs. $75,191)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08327" y="2860923"/>
            <a:ext cx="1878434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Discount Products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8327" y="3124349"/>
            <a:ext cx="4244280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Hats 50%, Sneakers 49.7%, Coats 49.1%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08327" y="3365376"/>
            <a:ext cx="18770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8327" y="3628802"/>
            <a:ext cx="4244280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 lead at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$62,143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34938"/>
            <a:ext cx="4290417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Recommendations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68" y="917600"/>
            <a:ext cx="8329464" cy="6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654" y="1157585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86954" y="1048196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6954" y="1299567"/>
            <a:ext cx="761918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+10% conversion →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+$17K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recurring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68" y="1715765"/>
            <a:ext cx="8329464" cy="6982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4654" y="1955750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86954" y="184636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Loyalty Tiers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6954" y="2097732"/>
            <a:ext cx="761918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18% Returning → Loyal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68" y="2513930"/>
            <a:ext cx="8329464" cy="6982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4654" y="2753916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86954" y="2644527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Reduce Discounts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86954" y="2895898"/>
            <a:ext cx="761918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−5 pts on Hats/Sneakers →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+10% margin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68" y="3312096"/>
            <a:ext cx="8329464" cy="6982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4654" y="3552081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986954" y="344269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Female Engagement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86954" y="3694063"/>
            <a:ext cx="761918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male spend →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+$40K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potential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68" y="4110261"/>
            <a:ext cx="8329464" cy="6982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4654" y="4350246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986954" y="4240857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Premium Shipping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86954" y="4492228"/>
            <a:ext cx="761918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+20% Express adoption →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2–3% revenue lift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Consistent Spending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 lead at </a:t>
            </a: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$62,143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Revenue declines modestly with age — all groups remain valuable segments.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407295"/>
            <a:ext cx="3932858" cy="744587"/>
          </a:xfrm>
          <a:prstGeom prst="roundRect">
            <a:avLst>
              <a:gd name="adj" fmla="val 27280"/>
            </a:avLst>
          </a:prstGeom>
          <a:solidFill>
            <a:srgbClr val="BEDFF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21" y="2615133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898" y="2562895"/>
            <a:ext cx="33575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marketing on Young Adults &amp; Middle-aged for highest ROI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30" y="595536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968276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73943" y="1616794"/>
            <a:ext cx="2315840" cy="1026988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065" y="1756916"/>
            <a:ext cx="17816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🔁</a:t>
            </a: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Strong Retention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065" y="2070274"/>
            <a:ext cx="203559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loyal base — healthy core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5142" y="1616794"/>
            <a:ext cx="2315914" cy="1026988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5264" y="1756916"/>
            <a:ext cx="17816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📈</a:t>
            </a: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Growth Potential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5264" y="2070274"/>
            <a:ext cx="20356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15–20% revenue growth achievable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943" y="2779142"/>
            <a:ext cx="4767114" cy="1026988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065" y="2919264"/>
            <a:ext cx="17816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🎯</a:t>
            </a: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Key Levers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4065" y="3232621"/>
            <a:ext cx="448687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Subscriptions, female engagement, discount optimization, premium shipping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3943" y="3958456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 enables ongoing </a:t>
            </a: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decision making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On-screen Show (16:9)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Barlow Bold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Abhishek Mukherjee</cp:lastModifiedBy>
  <cp:revision>1</cp:revision>
  <dcterms:created xsi:type="dcterms:W3CDTF">2026-06-08T08:17:13Z</dcterms:created>
  <dcterms:modified xsi:type="dcterms:W3CDTF">2026-06-08T08:18:24Z</dcterms:modified>
</cp:coreProperties>
</file>